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TA-DataScience/DATA3402-Spring2026-lab-2-%3cusername%3e.gi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3402 – Lab Submission</a:t>
            </a:r>
          </a:p>
          <a:p>
            <a:r>
              <a:t>(GitHub Classroom, CLI Only)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Step-by-step workflow for students</a:t>
            </a:r>
          </a:p>
          <a:p>
            <a: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Are Submitting 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GitHub Classroom assignment (Lab 2)</a:t>
            </a:r>
          </a:p>
          <a:p>
            <a:r>
              <a:t>- Each student gets a private repository</a:t>
            </a:r>
          </a:p>
          <a:p>
            <a:r>
              <a:t>- Submission = git push (no upload button)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Step 0: Accept Assignment (One-Time)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Click the GitHub Classroom invite link</a:t>
            </a:r>
          </a:p>
          <a:p>
            <a:r>
              <a:t>- Click “Accept Assignment”</a:t>
            </a:r>
          </a:p>
          <a:p>
            <a:r>
              <a:t>- Repository is auto-created for you</a:t>
            </a:r>
          </a:p>
          <a:p>
            <a:r>
              <a:t>- After this: CLI only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Authenticate (Required)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Recommended (HTTPS):</a:t>
            </a:r>
          </a:p>
          <a:p>
            <a:pPr lvl="1"/>
            <a:r>
              <a:rPr sz="2400" dirty="0" err="1"/>
              <a:t>gh</a:t>
            </a:r>
            <a:r>
              <a:rPr sz="2400" dirty="0"/>
              <a:t> auth login</a:t>
            </a:r>
          </a:p>
          <a:p>
            <a:endParaRPr sz="2800" dirty="0"/>
          </a:p>
          <a:p>
            <a:r>
              <a:rPr sz="2800" dirty="0"/>
              <a:t>Choose: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sz="1800" dirty="0"/>
              <a:t>GitHub.com</a:t>
            </a:r>
            <a:endParaRPr lang="en-US" sz="18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sz="2000" dirty="0"/>
              <a:t>HTTPS</a:t>
            </a:r>
            <a:endParaRPr lang="en-US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sz="2000" dirty="0"/>
              <a:t>Authenticate via browser</a:t>
            </a:r>
          </a:p>
          <a:p>
            <a:endParaRPr dirty="0"/>
          </a:p>
          <a:p>
            <a:r>
              <a:rPr sz="2600" dirty="0"/>
              <a:t>Verify:</a:t>
            </a:r>
          </a:p>
          <a:p>
            <a:pPr lvl="1"/>
            <a:r>
              <a:rPr sz="2200" dirty="0" err="1"/>
              <a:t>gh</a:t>
            </a:r>
            <a:r>
              <a:rPr sz="2200" dirty="0"/>
              <a:t> auth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Step 2: Clone Your Assignment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Repository name format: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dirty="0"/>
              <a:t>DATA3402-Spring2026-lab-2-&lt;username&gt;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endParaRPr dirty="0"/>
          </a:p>
          <a:p>
            <a:r>
              <a:rPr lang="en-US" dirty="0"/>
              <a:t>Clone</a:t>
            </a:r>
            <a:endParaRPr dirty="0"/>
          </a:p>
          <a:p>
            <a:pPr lvl="1"/>
            <a:r>
              <a:rPr sz="1600" dirty="0"/>
              <a:t>git clone </a:t>
            </a:r>
            <a:r>
              <a:rPr sz="1600" dirty="0">
                <a:hlinkClick r:id="rId2"/>
              </a:rPr>
              <a:t>https://github.com/UTA-DataScience/DATA3402-Spring2026-lab-2-&lt;username&gt;.git</a:t>
            </a:r>
            <a:endParaRPr lang="en-US" sz="1600" dirty="0"/>
          </a:p>
          <a:p>
            <a:pPr lvl="1"/>
            <a:endParaRPr sz="1600" dirty="0"/>
          </a:p>
          <a:p>
            <a:r>
              <a:rPr lang="en-US" dirty="0"/>
              <a:t>Confirm:</a:t>
            </a:r>
          </a:p>
          <a:p>
            <a:pPr lvl="1"/>
            <a:r>
              <a:rPr sz="2000" dirty="0"/>
              <a:t>cd DATA3402-Spring2026-lab-2-&lt;username&gt;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Work Inside the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Open provided notebooks</a:t>
            </a:r>
          </a:p>
          <a:p>
            <a:r>
              <a:rPr dirty="0"/>
              <a:t>Write solutions as instructed</a:t>
            </a:r>
          </a:p>
          <a:p>
            <a:r>
              <a:rPr dirty="0"/>
              <a:t>Do not fork or rename the repo</a:t>
            </a:r>
          </a:p>
          <a:p>
            <a:r>
              <a:rPr dirty="0"/>
              <a:t>Follow filename rules exactly</a:t>
            </a:r>
            <a:endParaRPr lang="en-US" dirty="0"/>
          </a:p>
          <a:p>
            <a:pPr lvl="1"/>
            <a:r>
              <a:rPr lang="en-IN" sz="2000" dirty="0"/>
              <a:t>Lab.2.solution.ipynb</a:t>
            </a:r>
            <a:endParaRPr sz="2000" dirty="0"/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Step 4: Submit (This Is the Submission)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sz="2000" dirty="0"/>
              <a:t>git add .</a:t>
            </a:r>
          </a:p>
          <a:p>
            <a:pPr lvl="1"/>
            <a:r>
              <a:rPr sz="2000" dirty="0"/>
              <a:t>git commit -m "Lab 2 submission"</a:t>
            </a:r>
          </a:p>
          <a:p>
            <a:pPr lvl="1"/>
            <a:r>
              <a:rPr sz="2000" dirty="0"/>
              <a:t>git push</a:t>
            </a:r>
          </a:p>
          <a:p>
            <a:endParaRPr dirty="0"/>
          </a:p>
          <a:p>
            <a:r>
              <a:rPr dirty="0"/>
              <a:t>If push succeeds → submission complete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Verify Submission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Do NOT fork the repo</a:t>
            </a:r>
          </a:p>
          <a:p>
            <a:r>
              <a:t>- Do NOT submit via course repo</a:t>
            </a:r>
          </a:p>
          <a:p>
            <a:r>
              <a:t>- Do NOT email notebooks</a:t>
            </a:r>
          </a:p>
          <a:p>
            <a:r>
              <a:t>- Only push to your Classroom repo</a:t>
            </a:r>
          </a:p>
          <a:p>
            <a:r>
              <a:t>- Last commit before deadline is graded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One-Screen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gh auth status</a:t>
            </a:r>
          </a:p>
          <a:p>
            <a:r>
              <a:t>git clone &lt;classroom-repo-url&gt;</a:t>
            </a:r>
          </a:p>
          <a:p>
            <a:r>
              <a:t>cd &lt;repo&gt;</a:t>
            </a:r>
          </a:p>
          <a:p>
            <a:r>
              <a:t># do work</a:t>
            </a:r>
          </a:p>
          <a:p>
            <a:r>
              <a:t>git add .</a:t>
            </a:r>
          </a:p>
          <a:p>
            <a:r>
              <a:t>git commit -m "Lab 2 submission"</a:t>
            </a:r>
          </a:p>
          <a:p>
            <a:r>
              <a:t>git push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279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DATA 3402 – Lab Submission (GitHub Classroom, CLI Only)</vt:lpstr>
      <vt:lpstr>What You Are Submitting Through</vt:lpstr>
      <vt:lpstr>Step 0: Accept Assignment (One-Time)</vt:lpstr>
      <vt:lpstr>Step 1: Authenticate (Required)</vt:lpstr>
      <vt:lpstr>Step 2: Clone Your Assignment Repo</vt:lpstr>
      <vt:lpstr>Step 3: Work Inside the Repo</vt:lpstr>
      <vt:lpstr>Step 4: Submit (This Is the Submission)</vt:lpstr>
      <vt:lpstr>Step 5: Verify Submission</vt:lpstr>
      <vt:lpstr>Important Rules</vt:lpstr>
      <vt:lpstr>One-Screen Checklist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Maddipatla, Hareen</cp:lastModifiedBy>
  <cp:revision>2</cp:revision>
  <dcterms:created xsi:type="dcterms:W3CDTF">2013-01-27T09:14:16Z</dcterms:created>
  <dcterms:modified xsi:type="dcterms:W3CDTF">2026-02-06T16:18:41Z</dcterms:modified>
  <cp:category/>
</cp:coreProperties>
</file>